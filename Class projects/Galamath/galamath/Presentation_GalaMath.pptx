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2" r:id="rId7"/>
    <p:sldId id="260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90012-4768-4C5E-9C63-57AC92B9FB2D}" v="111" dt="2023-12-05T17:31:59.820"/>
    <p1510:client id="{6FEA1987-61DF-14B7-101F-4BA918B93185}" v="202" dt="2023-12-07T03:37:56.277"/>
    <p1510:client id="{85F1ECE1-9AE5-647B-38C9-5B29BFEF7E5E}" v="41" dt="2023-12-05T17:43:10.105"/>
    <p1510:client id="{956646A4-93D0-05E7-B842-A0465ED4ECA1}" v="159" dt="2023-12-06T20:46:59.963"/>
    <p1510:client id="{B2B43A2D-1EE4-7E30-24F6-FC2CF2B76FF8}" v="107" dt="2023-12-07T03:25:03.493"/>
    <p1510:client id="{FAD8EE8A-C49F-26EF-03C1-5A2F60ED313E}" v="387" dt="2023-12-07T03:38:03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>
                <a:solidFill>
                  <a:srgbClr val="00FF80"/>
                </a:solidFill>
                <a:latin typeface="Arial Nova"/>
                <a:cs typeface="Calibri Light"/>
              </a:rPr>
              <a:t>GalaMath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00"/>
                </a:solidFill>
                <a:cs typeface="Calibri"/>
              </a:rPr>
              <a:t>Sam Miller    Nick Thelen    Kase Tadych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BAC1582A-ECC1-4AD4-8F4A-623F68DB8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7534621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FC2F0-40EC-3C3F-E6B3-EA9C9F33C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0" y="637762"/>
            <a:ext cx="5582613" cy="5576770"/>
          </a:xfrm>
        </p:spPr>
        <p:txBody>
          <a:bodyPr anchor="t">
            <a:normAutofit/>
          </a:bodyPr>
          <a:lstStyle/>
          <a:p>
            <a:r>
              <a:rPr lang="en-US" sz="8000">
                <a:solidFill>
                  <a:schemeClr val="bg1"/>
                </a:solidFill>
                <a:cs typeface="Calibri Light"/>
              </a:rPr>
              <a:t>Why GalaMath?</a:t>
            </a:r>
            <a:endParaRPr lang="en-US" sz="8000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30" y="0"/>
            <a:ext cx="465736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990" y="63776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A44FCB-53FF-DE0F-3037-D3D5A5ABE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90" y="841904"/>
            <a:ext cx="2916358" cy="533505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cs typeface="Calibri"/>
              </a:rPr>
              <a:t>A fun way to study math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Calibri"/>
                <a:cs typeface="Calibri"/>
              </a:rPr>
              <a:t>Nostalgic gameplay</a:t>
            </a:r>
          </a:p>
          <a:p>
            <a:r>
              <a:rPr lang="en-US" sz="1800">
                <a:ea typeface="Calibri"/>
                <a:cs typeface="Calibri"/>
              </a:rPr>
              <a:t>Similar idea doesn't exist </a:t>
            </a:r>
          </a:p>
        </p:txBody>
      </p:sp>
    </p:spTree>
    <p:extLst>
      <p:ext uri="{BB962C8B-B14F-4D97-AF65-F5344CB8AC3E}">
        <p14:creationId xmlns:p14="http://schemas.microsoft.com/office/powerpoint/2010/main" val="104215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8C0BD-E552-60C9-72EF-5D8A034C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</a:t>
            </a:r>
          </a:p>
        </p:txBody>
      </p:sp>
      <p:pic>
        <p:nvPicPr>
          <p:cNvPr id="4" name="Picture 3" descr="A diagram of a ship&#10;&#10;Description automatically generated">
            <a:extLst>
              <a:ext uri="{FF2B5EF4-FFF2-40B4-BE49-F238E27FC236}">
                <a16:creationId xmlns:a16="http://schemas.microsoft.com/office/drawing/2014/main" id="{13FA6B69-47D8-595D-4DA7-634A251C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9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2407171-5B5D-39CB-6F19-4CB27FF2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66" y="346167"/>
            <a:ext cx="2810381" cy="1588946"/>
          </a:xfrm>
          <a:prstGeom prst="rect">
            <a:avLst/>
          </a:prstGeom>
        </p:spPr>
      </p:pic>
      <p:pic>
        <p:nvPicPr>
          <p:cNvPr id="7" name="Picture 6" descr="A screen shot of a game&#10;&#10;Description automatically generated">
            <a:extLst>
              <a:ext uri="{FF2B5EF4-FFF2-40B4-BE49-F238E27FC236}">
                <a16:creationId xmlns:a16="http://schemas.microsoft.com/office/drawing/2014/main" id="{47187AD7-7ECC-07EE-5B95-07D7B22B5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208" y="588602"/>
            <a:ext cx="3251032" cy="1063074"/>
          </a:xfrm>
          <a:prstGeom prst="rect">
            <a:avLst/>
          </a:prstGeom>
        </p:spPr>
      </p:pic>
      <p:pic>
        <p:nvPicPr>
          <p:cNvPr id="9" name="Picture 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9E1D7BC-C047-BFFC-D5FC-DAF4CF98D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71" y="2639045"/>
            <a:ext cx="3065970" cy="1588934"/>
          </a:xfrm>
          <a:prstGeom prst="rect">
            <a:avLst/>
          </a:prstGeom>
        </p:spPr>
      </p:pic>
      <p:pic>
        <p:nvPicPr>
          <p:cNvPr id="5" name="Picture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740A02F5-0079-B44F-6A57-BFE878224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89" y="5136497"/>
            <a:ext cx="3225770" cy="1170742"/>
          </a:xfrm>
          <a:prstGeom prst="rect">
            <a:avLst/>
          </a:prstGeom>
        </p:spPr>
      </p:pic>
      <p:pic>
        <p:nvPicPr>
          <p:cNvPr id="15" name="Picture 1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0678EE-4762-233B-0064-87DCC5EF3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745" y="4930535"/>
            <a:ext cx="2681572" cy="15812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127" y="-680"/>
            <a:ext cx="4236873" cy="685868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54FE5-92AA-EE8A-0496-F0DDA08E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152" y="1010485"/>
            <a:ext cx="2840391" cy="3353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802074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4571549"/>
            <a:ext cx="8113985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E571E42-A6F5-D4A0-D233-51AD82C40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1826" y="2636436"/>
            <a:ext cx="1915414" cy="1714847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40636" y="4571549"/>
            <a:ext cx="1892695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35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6ECDE-4AED-FC3C-7228-77C5A33B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ACCFC-3BBF-0691-8516-40418009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Libraries</a:t>
            </a:r>
          </a:p>
          <a:p>
            <a:r>
              <a:rPr lang="en-US" sz="2000" err="1"/>
              <a:t>Pygame</a:t>
            </a:r>
          </a:p>
          <a:p>
            <a:r>
              <a:rPr lang="en-US" sz="2000"/>
              <a:t>Time</a:t>
            </a:r>
          </a:p>
          <a:p>
            <a:r>
              <a:rPr lang="en-US" sz="2000" err="1"/>
              <a:t>Os</a:t>
            </a:r>
          </a:p>
          <a:p>
            <a:r>
              <a:rPr lang="en-US" sz="2000"/>
              <a:t>Random</a:t>
            </a:r>
          </a:p>
          <a:p>
            <a:pPr marL="0"/>
            <a:endParaRPr lang="en-US" sz="20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151DB4-A806-8A2B-4B21-A77FA106DDC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/>
              <a:t>Software</a:t>
            </a:r>
            <a:endParaRPr lang="en-US" sz="2800">
              <a:cs typeface="Calibri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Pycharm</a:t>
            </a:r>
            <a:endParaRPr lang="en-US" sz="2000">
              <a:cs typeface="Calibri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Draw.io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5978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3CCBF-7C26-1805-A020-C23295B4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Development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EDF5A4-977C-43B0-AC80-32F27593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Version 0.1 (Pre-release):</a:t>
            </a:r>
            <a:endParaRPr lang="en-US"/>
          </a:p>
          <a:p>
            <a:r>
              <a:rPr lang="en-US" sz="2000"/>
              <a:t>Game Menu's</a:t>
            </a:r>
            <a:endParaRPr lang="en-US" sz="2000">
              <a:cs typeface="Calibri"/>
            </a:endParaRPr>
          </a:p>
          <a:p>
            <a:r>
              <a:rPr lang="en-US" sz="2000"/>
              <a:t>Volume and Difficulty</a:t>
            </a:r>
            <a:endParaRPr lang="en-US" sz="2000">
              <a:cs typeface="Calibri"/>
            </a:endParaRPr>
          </a:p>
          <a:p>
            <a:r>
              <a:rPr lang="en-US" sz="2000"/>
              <a:t>Playable character</a:t>
            </a:r>
            <a:endParaRPr lang="en-US" sz="2000">
              <a:cs typeface="Calibri"/>
            </a:endParaRPr>
          </a:p>
          <a:p>
            <a:r>
              <a:rPr lang="en-US" sz="2000"/>
              <a:t>Enemy characters</a:t>
            </a:r>
            <a:endParaRPr lang="en-US" sz="2000">
              <a:cs typeface="Calibri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1865919-F8D2-2EA7-FBBA-358333487CDA}"/>
              </a:ext>
            </a:extLst>
          </p:cNvPr>
          <p:cNvSpPr txBox="1">
            <a:spLocks/>
          </p:cNvSpPr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Version 1.0 (Full-release):</a:t>
            </a:r>
            <a:endParaRPr lang="en-US"/>
          </a:p>
          <a:p>
            <a:r>
              <a:rPr lang="en-US" sz="2000"/>
              <a:t>High score tracking</a:t>
            </a:r>
            <a:endParaRPr lang="en-US" sz="2000">
              <a:cs typeface="Calibri"/>
            </a:endParaRPr>
          </a:p>
          <a:p>
            <a:r>
              <a:rPr lang="en-US" sz="2000"/>
              <a:t>Additional/variations of enemies</a:t>
            </a:r>
            <a:endParaRPr lang="en-US" sz="2000">
              <a:cs typeface="Calibri"/>
            </a:endParaRPr>
          </a:p>
          <a:p>
            <a:r>
              <a:rPr lang="en-US" sz="2000"/>
              <a:t>Math questions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633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1C74D-F414-414D-14BA-BFA66F2F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cs typeface="Calibri Light"/>
              </a:rPr>
              <a:t>Challenges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4896DF0-00EE-9488-876C-DA40DE461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442" y="3100283"/>
            <a:ext cx="9810045" cy="3076679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/>
            <a:r>
              <a:rPr lang="en-US" sz="2400">
                <a:cs typeface="Calibri"/>
              </a:rPr>
              <a:t>Enemy ship double shot</a:t>
            </a:r>
          </a:p>
          <a:p>
            <a:pPr marL="457200" indent="-457200"/>
            <a:r>
              <a:rPr lang="en-US" sz="2400">
                <a:cs typeface="Calibri"/>
              </a:rPr>
              <a:t>Using Git Lab</a:t>
            </a:r>
          </a:p>
          <a:p>
            <a:pPr marL="457200" indent="-457200"/>
            <a:r>
              <a:rPr lang="en-US" sz="2400">
                <a:cs typeface="Calibri"/>
              </a:rPr>
              <a:t>Coordination with team</a:t>
            </a:r>
          </a:p>
          <a:p>
            <a:pPr marL="457200" indent="-457200"/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184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38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49D31-F205-7FDE-C999-97914FC2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cs typeface="Calibri Light"/>
              </a:rPr>
              <a:t>Implementation of Class Concepts 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Content Placeholder 2">
            <a:extLst>
              <a:ext uri="{FF2B5EF4-FFF2-40B4-BE49-F238E27FC236}">
                <a16:creationId xmlns:a16="http://schemas.microsoft.com/office/drawing/2014/main" id="{CECFE883-CC60-855C-FC32-651CF21D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cs typeface="Calibri"/>
              </a:rPr>
              <a:t>Using the SDLC when completing our project</a:t>
            </a:r>
          </a:p>
          <a:p>
            <a:r>
              <a:rPr lang="en-US" sz="2400">
                <a:cs typeface="Calibri"/>
              </a:rPr>
              <a:t>Using OOD principles when planning our development</a:t>
            </a:r>
          </a:p>
          <a:p>
            <a:r>
              <a:rPr lang="en-US" sz="2400">
                <a:cs typeface="Calibri"/>
              </a:rPr>
              <a:t>Polymorphism on similarly behaving objects</a:t>
            </a:r>
          </a:p>
          <a:p>
            <a:r>
              <a:rPr lang="en-US" sz="2400">
                <a:cs typeface="Calibri"/>
              </a:rPr>
              <a:t>Version control using Gitlab</a:t>
            </a:r>
          </a:p>
          <a:p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4649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7" name="Graphic 106" descr="Help">
            <a:extLst>
              <a:ext uri="{FF2B5EF4-FFF2-40B4-BE49-F238E27FC236}">
                <a16:creationId xmlns:a16="http://schemas.microsoft.com/office/drawing/2014/main" id="{1027973A-85E2-1739-D74A-17B162CD6C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1386" y="29548"/>
            <a:ext cx="6013845" cy="6013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33ADA7-3CB4-A99B-EBB4-28992556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879" y="-489652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5985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GalaMath</vt:lpstr>
      <vt:lpstr>Why GalaMath?</vt:lpstr>
      <vt:lpstr>UML</vt:lpstr>
      <vt:lpstr>Class diagrams</vt:lpstr>
      <vt:lpstr>Technologies used</vt:lpstr>
      <vt:lpstr>Development</vt:lpstr>
      <vt:lpstr>Challenges</vt:lpstr>
      <vt:lpstr>Implementation of Class Concepts 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2023-12-05T17:11:27Z</dcterms:created>
  <dcterms:modified xsi:type="dcterms:W3CDTF">2023-12-07T03:42:34Z</dcterms:modified>
</cp:coreProperties>
</file>